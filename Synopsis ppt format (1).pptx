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B0CCB8-10EE-4F09-A05B-AC315CE307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1EC208-EDD4-482E-BD5E-3F765F227E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A44A9-5BDC-4FF6-897F-A3B1C948A9AB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C6CFE6-0C91-46A6-B9D3-888AF46A1F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C09F77-E2E7-4C70-A4F5-650612BF7A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6DD95-2736-47DE-B7C6-CB0A2E02FF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73643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CBCFB3-0543-4C07-AA67-FC7FE50765C6}" type="datetimeFigureOut">
              <a:rPr lang="en-IN" smtClean="0"/>
              <a:t>03-03-2026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30D52-9F0F-49BF-B8F4-C325DB2FD8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14351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B7622-03DE-4A5B-9FDC-63D7A4CDBE9C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6040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A4C9C-1579-42B3-8765-8FF09479B6A3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214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5CB3-4C50-49B3-ADAC-83FB30D8248C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507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E8644-5099-4316-9CEF-E751D80FFA72}" type="datetime1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4517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FEF834-A4FF-4EB3-A3FC-3BAA6D009A6D}" type="datetime1">
              <a:rPr lang="en-IN" smtClean="0"/>
              <a:t>03-03-2026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909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58F31-65A1-483A-BC1B-785EBA063252}" type="datetime1">
              <a:rPr lang="en-IN" smtClean="0"/>
              <a:t>03-03-2026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86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444E5-83B0-4AB1-8317-74443DF39C7D}" type="datetime1">
              <a:rPr lang="en-IN" smtClean="0"/>
              <a:t>03-03-2026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2988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85A913-ECDB-43DD-A621-99E1D5B4113D}" type="datetime1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715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71A82F-2A97-41D2-A804-72158CCA0232}" type="datetime1">
              <a:rPr lang="en-IN" smtClean="0"/>
              <a:t>03-03-2026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8205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0814F-4CFD-46A5-AC2C-725D0B2D5B74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82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488AE-A772-4FF1-A28F-520A1B3430F7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99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01CCF-C4CF-4F11-B3A9-F84B7FE9444E}" type="datetime1">
              <a:rPr lang="en-IN" smtClean="0"/>
              <a:t>03-03-2026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29B7A7-3880-4238-9D1B-DD98DD6706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0917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C8CC6-B27A-45FA-B0B8-D559EB86D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6850" y="88966"/>
            <a:ext cx="8847667" cy="812799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VISVESVARAYA TECHNOLOGICAL UNIVERSITY 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Jnana Sangama Belagavi,  590018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14E6AB-427C-4E91-9573-7FC0D3219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6850" y="1273173"/>
            <a:ext cx="8847667" cy="4922739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BCV685  Major Project Phase I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Bachelor of Engineering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Civil Engineering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USN                                 NAME 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Guidance of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Civil Engineering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SIR M. VISVEVARAYA INSTITUTE OF TECHNOLOGY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Bengaluru 562157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F29F68-365B-46ED-A0AA-E0214FE0A4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0566" y="6112933"/>
            <a:ext cx="2743200" cy="365125"/>
          </a:xfrm>
        </p:spPr>
        <p:txBody>
          <a:bodyPr/>
          <a:lstStyle/>
          <a:p>
            <a:r>
              <a:rPr lang="en-IN" i="1" dirty="0">
                <a:solidFill>
                  <a:schemeClr val="accent1">
                    <a:lumMod val="50000"/>
                  </a:schemeClr>
                </a:solidFill>
              </a:rPr>
              <a:t>Dept of Civil Engg,Sir MVIT, slide No </a:t>
            </a:r>
            <a:fld id="{C129B7A7-3880-4238-9D1B-DD98DD6706A2}" type="slidenum">
              <a:rPr lang="en-IN" i="1" smtClean="0">
                <a:solidFill>
                  <a:schemeClr val="accent1">
                    <a:lumMod val="50000"/>
                  </a:schemeClr>
                </a:solidFill>
              </a:rPr>
              <a:t>1</a:t>
            </a:fld>
            <a:endParaRPr lang="en-IN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D8FE72-A5A3-4C4D-804A-33CC4B340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6" y="177799"/>
            <a:ext cx="1095374" cy="1095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E823B64A-4F30-4745-B385-84F24F6F304C}"/>
              </a:ext>
            </a:extLst>
          </p:cNvPr>
          <p:cNvSpPr txBox="1">
            <a:spLocks/>
          </p:cNvSpPr>
          <p:nvPr/>
        </p:nvSpPr>
        <p:spPr>
          <a:xfrm>
            <a:off x="2573867" y="5613400"/>
            <a:ext cx="7929032" cy="9990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54CBA7-AA38-444E-8FC7-FA8D6EBFF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1667" y="80546"/>
            <a:ext cx="1095374" cy="1192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792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9827F-1715-46A7-A27D-E5FD65CD60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733" y="306384"/>
            <a:ext cx="4318000" cy="673367"/>
          </a:xfrm>
        </p:spPr>
        <p:txBody>
          <a:bodyPr>
            <a:noAutofit/>
          </a:bodyPr>
          <a:lstStyle/>
          <a:p>
            <a:r>
              <a:rPr lang="en-IN" sz="4000" b="1" dirty="0"/>
              <a:t>Contents</a:t>
            </a:r>
            <a:r>
              <a:rPr lang="en-IN" sz="4800" b="1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06B37A-0E41-4D5D-872F-15144A08F4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7730" y="979751"/>
            <a:ext cx="10382250" cy="4898497"/>
          </a:xfrm>
        </p:spPr>
        <p:txBody>
          <a:bodyPr>
            <a:normAutofit fontScale="92500" lnSpcReduction="1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IN" dirty="0"/>
              <a:t>Introduction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dirty="0"/>
              <a:t>Literature Review</a:t>
            </a:r>
          </a:p>
          <a:p>
            <a:pPr marL="457200" indent="-457200" algn="l">
              <a:buFont typeface="+mj-lt"/>
              <a:buAutoNum type="arabicPeriod"/>
            </a:pPr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endParaRPr lang="en-IN" dirty="0"/>
          </a:p>
          <a:p>
            <a:pPr algn="l"/>
            <a:r>
              <a:rPr lang="en-IN" dirty="0"/>
              <a:t>3. Research Gap</a:t>
            </a:r>
          </a:p>
          <a:p>
            <a:pPr algn="l"/>
            <a:r>
              <a:rPr lang="en-IN" dirty="0"/>
              <a:t>4.Problem Statement </a:t>
            </a:r>
          </a:p>
          <a:p>
            <a:pPr algn="l"/>
            <a:r>
              <a:rPr lang="en-IN" dirty="0"/>
              <a:t>5.Objectives</a:t>
            </a:r>
          </a:p>
          <a:p>
            <a:pPr algn="l"/>
            <a:r>
              <a:rPr lang="en-IN" dirty="0"/>
              <a:t>6.Reference format given below</a:t>
            </a:r>
          </a:p>
          <a:p>
            <a:pPr algn="l"/>
            <a:endParaRPr lang="en-IN" dirty="0"/>
          </a:p>
          <a:p>
            <a:pPr marL="457200" indent="-457200">
              <a:buFont typeface="+mj-lt"/>
              <a:buAutoNum type="arabicPeriod"/>
            </a:pPr>
            <a:endParaRPr lang="en-IN" dirty="0"/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F31AB-C156-4D7E-A50C-C29C67C83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9B7A7-3880-4238-9D1B-DD98DD6706A2}" type="slidenum">
              <a:rPr lang="en-IN" smtClean="0"/>
              <a:t>2</a:t>
            </a:fld>
            <a:endParaRPr lang="en-IN" dirty="0"/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2CD0BE2-65B5-49A2-82B8-38CC501FB21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i="1" dirty="0">
                <a:solidFill>
                  <a:schemeClr val="accent1">
                    <a:lumMod val="50000"/>
                  </a:schemeClr>
                </a:solidFill>
              </a:rPr>
              <a:t>Dept of Civil </a:t>
            </a:r>
            <a:r>
              <a:rPr lang="en-IN" i="1" dirty="0" err="1">
                <a:solidFill>
                  <a:schemeClr val="accent1">
                    <a:lumMod val="50000"/>
                  </a:schemeClr>
                </a:solidFill>
              </a:rPr>
              <a:t>Engg,Sir</a:t>
            </a:r>
            <a:r>
              <a:rPr lang="en-IN" i="1" dirty="0">
                <a:solidFill>
                  <a:schemeClr val="accent1">
                    <a:lumMod val="50000"/>
                  </a:schemeClr>
                </a:solidFill>
              </a:rPr>
              <a:t> MVIT, slide No </a:t>
            </a:r>
            <a:fld id="{C129B7A7-3880-4238-9D1B-DD98DD6706A2}" type="slidenum">
              <a:rPr lang="en-IN" i="1" smtClean="0">
                <a:solidFill>
                  <a:schemeClr val="accent1">
                    <a:lumMod val="50000"/>
                  </a:schemeClr>
                </a:solidFill>
              </a:rPr>
              <a:pPr/>
              <a:t>2</a:t>
            </a:fld>
            <a:endParaRPr lang="en-IN" i="1" dirty="0">
              <a:solidFill>
                <a:schemeClr val="accent1">
                  <a:lumMod val="50000"/>
                </a:schemeClr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FFF042A-8438-4C84-9D09-376EF708E3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2275282"/>
              </p:ext>
            </p:extLst>
          </p:nvPr>
        </p:nvGraphicFramePr>
        <p:xfrm>
          <a:off x="1066801" y="1817211"/>
          <a:ext cx="1006686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641">
                  <a:extLst>
                    <a:ext uri="{9D8B030D-6E8A-4147-A177-3AD203B41FA5}">
                      <a16:colId xmlns:a16="http://schemas.microsoft.com/office/drawing/2014/main" val="2719113904"/>
                    </a:ext>
                  </a:extLst>
                </a:gridCol>
                <a:gridCol w="1698074">
                  <a:extLst>
                    <a:ext uri="{9D8B030D-6E8A-4147-A177-3AD203B41FA5}">
                      <a16:colId xmlns:a16="http://schemas.microsoft.com/office/drawing/2014/main" val="1589391179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2900419220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3380608220"/>
                    </a:ext>
                  </a:extLst>
                </a:gridCol>
                <a:gridCol w="1418440">
                  <a:extLst>
                    <a:ext uri="{9D8B030D-6E8A-4147-A177-3AD203B41FA5}">
                      <a16:colId xmlns:a16="http://schemas.microsoft.com/office/drawing/2014/main" val="3837234770"/>
                    </a:ext>
                  </a:extLst>
                </a:gridCol>
                <a:gridCol w="1232015">
                  <a:extLst>
                    <a:ext uri="{9D8B030D-6E8A-4147-A177-3AD203B41FA5}">
                      <a16:colId xmlns:a16="http://schemas.microsoft.com/office/drawing/2014/main" val="2925083361"/>
                    </a:ext>
                  </a:extLst>
                </a:gridCol>
                <a:gridCol w="1124618">
                  <a:extLst>
                    <a:ext uri="{9D8B030D-6E8A-4147-A177-3AD203B41FA5}">
                      <a16:colId xmlns:a16="http://schemas.microsoft.com/office/drawing/2014/main" val="3735980808"/>
                    </a:ext>
                  </a:extLst>
                </a:gridCol>
                <a:gridCol w="1258359">
                  <a:extLst>
                    <a:ext uri="{9D8B030D-6E8A-4147-A177-3AD203B41FA5}">
                      <a16:colId xmlns:a16="http://schemas.microsoft.com/office/drawing/2014/main" val="1850645047"/>
                    </a:ext>
                  </a:extLst>
                </a:gridCol>
              </a:tblGrid>
              <a:tr h="815303">
                <a:tc>
                  <a:txBody>
                    <a:bodyPr/>
                    <a:lstStyle/>
                    <a:p>
                      <a:r>
                        <a:rPr lang="en-IN" dirty="0"/>
                        <a:t>SL. No.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Author(s) 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Title of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Objectives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Journal name with 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Key Findings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Research Gap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5611878"/>
                  </a:ext>
                </a:extLst>
              </a:tr>
              <a:tr h="1304485">
                <a:tc>
                  <a:txBody>
                    <a:bodyPr/>
                    <a:lstStyle/>
                    <a:p>
                      <a:r>
                        <a:rPr lang="en-IN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Author Name (Year)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Title of the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/>
                        <a:t>Purpose of the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/>
                        <a:t>Research design (Qualitative/Quantitative/Mixed)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Number of participants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Major results of the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Limitations / Gap identified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2226599"/>
                  </a:ext>
                </a:extLst>
              </a:tr>
            </a:tbl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EF015038-10A5-4AC0-9C9E-D3E85F04F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1" y="5710019"/>
            <a:ext cx="1309993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[1] Y.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LeCun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Y.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Bengio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G. Hinton, “Deep learning,”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Nature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vol. 521, no. 7553, pp. 436–444,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May 2015,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10.1038/nature14539.</a:t>
            </a:r>
          </a:p>
        </p:txBody>
      </p:sp>
    </p:spTree>
    <p:extLst>
      <p:ext uri="{BB962C8B-B14F-4D97-AF65-F5344CB8AC3E}">
        <p14:creationId xmlns:p14="http://schemas.microsoft.com/office/powerpoint/2010/main" val="3272224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189</Words>
  <Application>Microsoft Office PowerPoint</Application>
  <PresentationFormat>Widescreen</PresentationFormat>
  <Paragraphs>51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Times New Roman</vt:lpstr>
      <vt:lpstr>Office Theme</vt:lpstr>
      <vt:lpstr>VISVESVARAYA TECHNOLOGICAL UNIVERSITY  Jnana Sangama Belagavi,  590018</vt:lpstr>
      <vt:lpstr>Contents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VISVESVARAYA TECHNOLOGICAL UNIVERSITY  Jnana Sangama Belagavi,  590018</dc:title>
  <dc:creator>CAD LAB 17</dc:creator>
  <cp:lastModifiedBy>CAD LAB 17</cp:lastModifiedBy>
  <cp:revision>5</cp:revision>
  <dcterms:created xsi:type="dcterms:W3CDTF">2024-11-12T09:39:38Z</dcterms:created>
  <dcterms:modified xsi:type="dcterms:W3CDTF">2026-03-03T07:10:09Z</dcterms:modified>
</cp:coreProperties>
</file>